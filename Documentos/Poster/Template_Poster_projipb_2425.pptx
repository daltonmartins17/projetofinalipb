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</p:sldIdLst>
  <p:sldSz cx="21388388" cy="30275213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60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pt-P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P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pt-P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P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P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P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P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P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P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P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8364A72-E0AD-4B66-9745-807F5755BEAC}" type="slidenum">
              <a:rPr b="0" lang="pt-P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P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2217600" y="685800"/>
            <a:ext cx="2422080" cy="3428640"/>
          </a:xfrm>
          <a:prstGeom prst="rect">
            <a:avLst/>
          </a:prstGeom>
          <a:ln w="0">
            <a:noFill/>
          </a:ln>
        </p:spPr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303876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3038760">
              <a:lnSpc>
                <a:spcPct val="100000"/>
              </a:lnSpc>
              <a:buNone/>
            </a:pPr>
            <a:fld id="{BB09CCC5-DDD5-4F53-97E5-D0396322172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tandar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Wide cent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39"/>
          <p:cNvSpPr/>
          <p:nvPr/>
        </p:nvSpPr>
        <p:spPr>
          <a:xfrm rot="10800000">
            <a:off x="360" y="29233080"/>
            <a:ext cx="21387960" cy="1042200"/>
          </a:xfrm>
          <a:prstGeom prst="rect">
            <a:avLst/>
          </a:prstGeom>
          <a:gradFill rotWithShape="0">
            <a:gsLst>
              <a:gs pos="0">
                <a:srgbClr val="c197a9"/>
              </a:gs>
              <a:gs pos="100000">
                <a:srgbClr val="ffffff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3038760">
              <a:lnSpc>
                <a:spcPct val="100000"/>
              </a:lnSpc>
            </a:pPr>
            <a:endParaRPr b="0" lang="en-US" sz="60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" name="Rectangle 35"/>
          <p:cNvSpPr/>
          <p:nvPr/>
        </p:nvSpPr>
        <p:spPr>
          <a:xfrm>
            <a:off x="0" y="1080"/>
            <a:ext cx="21387960" cy="1042200"/>
          </a:xfrm>
          <a:prstGeom prst="rect">
            <a:avLst/>
          </a:prstGeom>
          <a:gradFill rotWithShape="0">
            <a:gsLst>
              <a:gs pos="0">
                <a:srgbClr val="c197a9"/>
              </a:gs>
              <a:gs pos="100000">
                <a:srgbClr val="ffffff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3038760">
              <a:lnSpc>
                <a:spcPct val="100000"/>
              </a:lnSpc>
            </a:pPr>
            <a:endParaRPr b="0" lang="en-US" sz="60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" name="Rectangle 41"/>
          <p:cNvSpPr/>
          <p:nvPr/>
        </p:nvSpPr>
        <p:spPr>
          <a:xfrm>
            <a:off x="-5400" y="4203360"/>
            <a:ext cx="21393360" cy="240120"/>
          </a:xfrm>
          <a:prstGeom prst="rect">
            <a:avLst/>
          </a:prstGeom>
          <a:gradFill rotWithShape="0">
            <a:gsLst>
              <a:gs pos="0">
                <a:srgbClr val="c197a9"/>
              </a:gs>
              <a:gs pos="51000">
                <a:srgbClr val="ffffff"/>
              </a:gs>
              <a:gs pos="100000">
                <a:srgbClr val="dae9f6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3038760">
              <a:lnSpc>
                <a:spcPct val="100000"/>
              </a:lnSpc>
            </a:pPr>
            <a:endParaRPr b="0" lang="en-US" sz="60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" name="Rounded Rectangle 42"/>
          <p:cNvSpPr/>
          <p:nvPr/>
        </p:nvSpPr>
        <p:spPr>
          <a:xfrm>
            <a:off x="420840" y="4830120"/>
            <a:ext cx="10123200" cy="24598080"/>
          </a:xfrm>
          <a:prstGeom prst="roundRect">
            <a:avLst>
              <a:gd name="adj" fmla="val 1956"/>
            </a:avLst>
          </a:prstGeom>
          <a:noFill/>
          <a:ln>
            <a:solidFill>
              <a:srgbClr val="83065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3038760">
              <a:lnSpc>
                <a:spcPct val="100000"/>
              </a:lnSpc>
            </a:pPr>
            <a:endParaRPr b="0" lang="en-US" sz="60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" name="Rounded Rectangle 43"/>
          <p:cNvSpPr/>
          <p:nvPr/>
        </p:nvSpPr>
        <p:spPr>
          <a:xfrm>
            <a:off x="10816560" y="4830120"/>
            <a:ext cx="10123200" cy="24598080"/>
          </a:xfrm>
          <a:prstGeom prst="roundRect">
            <a:avLst>
              <a:gd name="adj" fmla="val 1956"/>
            </a:avLst>
          </a:prstGeom>
          <a:noFill/>
          <a:ln>
            <a:solidFill>
              <a:srgbClr val="83065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3038760">
              <a:lnSpc>
                <a:spcPct val="100000"/>
              </a:lnSpc>
            </a:pPr>
            <a:endParaRPr b="0" lang="en-US" sz="60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body"/>
          </p:nvPr>
        </p:nvSpPr>
        <p:spPr>
          <a:xfrm>
            <a:off x="440640" y="5365440"/>
            <a:ext cx="10101600" cy="17876160"/>
          </a:xfrm>
          <a:prstGeom prst="rect">
            <a:avLst/>
          </a:prstGeom>
          <a:noFill/>
          <a:ln w="0">
            <a:noFill/>
          </a:ln>
        </p:spPr>
        <p:txBody>
          <a:bodyPr lIns="158400" rIns="158400" tIns="158400" bIns="158400" anchor="t">
            <a:noAutofit/>
          </a:bodyPr>
          <a:p>
            <a:pPr indent="0" defTabSz="30387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Type in or paste your text here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49640" y="-3717000"/>
            <a:ext cx="10093680" cy="17686080"/>
          </a:xfrm>
          <a:prstGeom prst="rect">
            <a:avLst/>
          </a:prstGeom>
          <a:noFill/>
          <a:ln w="0">
            <a:noFill/>
          </a:ln>
        </p:spPr>
        <p:txBody>
          <a:bodyPr lIns="63360" rIns="63360" tIns="63360" bIns="63360" anchor="ctr">
            <a:noAutofit/>
          </a:bodyPr>
          <a:p>
            <a:pPr indent="0" algn="ctr" defTabSz="303876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 u="sng">
                <a:solidFill>
                  <a:schemeClr val="accent5">
                    <a:lumMod val="50000"/>
                  </a:schemeClr>
                </a:solidFill>
                <a:uFillTx/>
                <a:latin typeface="Calibri"/>
              </a:rPr>
              <a:t>(click to edit) INTRODUÇÃO ou RESUMO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49640" y="4511160"/>
            <a:ext cx="10095840" cy="17686080"/>
          </a:xfrm>
          <a:prstGeom prst="rect">
            <a:avLst/>
          </a:prstGeom>
          <a:noFill/>
          <a:ln w="0">
            <a:noFill/>
          </a:ln>
        </p:spPr>
        <p:txBody>
          <a:bodyPr lIns="63360" rIns="63360" tIns="63360" bIns="63360" anchor="ctr">
            <a:noAutofit/>
          </a:bodyPr>
          <a:p>
            <a:pPr indent="0" algn="ctr" defTabSz="303876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 u="sng">
                <a:solidFill>
                  <a:schemeClr val="accent5">
                    <a:lumMod val="50000"/>
                  </a:schemeClr>
                </a:solidFill>
                <a:uFillTx/>
                <a:latin typeface="Calibri"/>
              </a:rPr>
              <a:t>(click to edit)  OBJETIVOS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10846440" y="-3717000"/>
            <a:ext cx="10093320" cy="17686080"/>
          </a:xfrm>
          <a:prstGeom prst="rect">
            <a:avLst/>
          </a:prstGeom>
          <a:noFill/>
          <a:ln w="0">
            <a:noFill/>
          </a:ln>
        </p:spPr>
        <p:txBody>
          <a:bodyPr lIns="63360" rIns="63360" tIns="63360" bIns="63360" anchor="ctr">
            <a:noAutofit/>
          </a:bodyPr>
          <a:p>
            <a:pPr indent="0" algn="ctr" defTabSz="303876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 u="sng">
                <a:solidFill>
                  <a:schemeClr val="accent5">
                    <a:lumMod val="50000"/>
                  </a:schemeClr>
                </a:solidFill>
                <a:uFillTx/>
                <a:latin typeface="Calibri"/>
              </a:rPr>
              <a:t>(click to edit)  CONCLUSÕES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10846440" y="5365440"/>
            <a:ext cx="10093320" cy="17876160"/>
          </a:xfrm>
          <a:prstGeom prst="rect">
            <a:avLst/>
          </a:prstGeom>
          <a:noFill/>
          <a:ln w="0">
            <a:noFill/>
          </a:ln>
        </p:spPr>
        <p:txBody>
          <a:bodyPr lIns="158400" rIns="158400" tIns="158400" bIns="158400" anchor="t">
            <a:noAutofit/>
          </a:bodyPr>
          <a:p>
            <a:pPr indent="0" defTabSz="30387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Type in or paste your text here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body"/>
          </p:nvPr>
        </p:nvSpPr>
        <p:spPr>
          <a:xfrm>
            <a:off x="10846440" y="4527360"/>
            <a:ext cx="10090440" cy="17686080"/>
          </a:xfrm>
          <a:prstGeom prst="rect">
            <a:avLst/>
          </a:prstGeom>
          <a:noFill/>
          <a:ln w="0">
            <a:noFill/>
          </a:ln>
        </p:spPr>
        <p:txBody>
          <a:bodyPr lIns="63360" rIns="63360" tIns="63360" bIns="63360" anchor="ctr">
            <a:noAutofit/>
          </a:bodyPr>
          <a:p>
            <a:pPr indent="0" algn="ctr" defTabSz="303876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 u="sng">
                <a:solidFill>
                  <a:schemeClr val="accent5">
                    <a:lumMod val="50000"/>
                  </a:schemeClr>
                </a:solidFill>
                <a:uFillTx/>
                <a:latin typeface="Calibri"/>
              </a:rPr>
              <a:t>(click to edit)  REFERÊNCIAS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7"/>
          <p:cNvSpPr>
            <a:spLocks noGrp="1"/>
          </p:cNvSpPr>
          <p:nvPr>
            <p:ph type="body"/>
          </p:nvPr>
        </p:nvSpPr>
        <p:spPr>
          <a:xfrm>
            <a:off x="10842840" y="13648320"/>
            <a:ext cx="10094400" cy="17876160"/>
          </a:xfrm>
          <a:prstGeom prst="rect">
            <a:avLst/>
          </a:prstGeom>
          <a:noFill/>
          <a:ln w="0">
            <a:noFill/>
          </a:ln>
        </p:spPr>
        <p:txBody>
          <a:bodyPr lIns="158400" rIns="158400" tIns="158400" bIns="158400" anchor="t">
            <a:noAutofit/>
          </a:bodyPr>
          <a:p>
            <a:pPr indent="0" defTabSz="30387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Type in or paste your text here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8"/>
          <p:cNvSpPr>
            <a:spLocks noGrp="1"/>
          </p:cNvSpPr>
          <p:nvPr>
            <p:ph type="body"/>
          </p:nvPr>
        </p:nvSpPr>
        <p:spPr>
          <a:xfrm>
            <a:off x="10854360" y="15057360"/>
            <a:ext cx="10085400" cy="17686080"/>
          </a:xfrm>
          <a:prstGeom prst="rect">
            <a:avLst/>
          </a:prstGeom>
          <a:noFill/>
          <a:ln w="0">
            <a:noFill/>
          </a:ln>
        </p:spPr>
        <p:txBody>
          <a:bodyPr lIns="63360" rIns="63360" tIns="63360" bIns="63360" anchor="ctr">
            <a:noAutofit/>
          </a:bodyPr>
          <a:p>
            <a:pPr indent="0" algn="ctr" defTabSz="303876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 u="sng">
                <a:solidFill>
                  <a:schemeClr val="accent5">
                    <a:lumMod val="50000"/>
                  </a:schemeClr>
                </a:solidFill>
                <a:uFillTx/>
                <a:latin typeface="Calibri"/>
              </a:rPr>
              <a:t>(click to edit)  AGRADECIMENTOS ou CONTACTOS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9"/>
          <p:cNvSpPr>
            <a:spLocks noGrp="1"/>
          </p:cNvSpPr>
          <p:nvPr>
            <p:ph type="body"/>
          </p:nvPr>
        </p:nvSpPr>
        <p:spPr>
          <a:xfrm>
            <a:off x="10846440" y="24192720"/>
            <a:ext cx="10090440" cy="17876160"/>
          </a:xfrm>
          <a:prstGeom prst="rect">
            <a:avLst/>
          </a:prstGeom>
          <a:noFill/>
          <a:ln w="0">
            <a:noFill/>
          </a:ln>
        </p:spPr>
        <p:txBody>
          <a:bodyPr lIns="158400" rIns="158400" tIns="158400" bIns="158400" anchor="t">
            <a:noAutofit/>
          </a:bodyPr>
          <a:p>
            <a:pPr indent="0" defTabSz="30387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Type in or paste your text here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10"/>
          <p:cNvSpPr>
            <a:spLocks noGrp="1"/>
          </p:cNvSpPr>
          <p:nvPr>
            <p:ph type="body"/>
          </p:nvPr>
        </p:nvSpPr>
        <p:spPr>
          <a:xfrm>
            <a:off x="440640" y="13633560"/>
            <a:ext cx="10102320" cy="17876160"/>
          </a:xfrm>
          <a:prstGeom prst="rect">
            <a:avLst/>
          </a:prstGeom>
          <a:noFill/>
          <a:ln w="0">
            <a:noFill/>
          </a:ln>
        </p:spPr>
        <p:txBody>
          <a:bodyPr lIns="158400" rIns="158400" tIns="158400" bIns="158400" anchor="t">
            <a:noAutofit/>
          </a:bodyPr>
          <a:p>
            <a:pPr indent="0" defTabSz="30387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Type in or paste your text here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11"/>
          <p:cNvSpPr>
            <a:spLocks noGrp="1"/>
          </p:cNvSpPr>
          <p:nvPr>
            <p:ph type="body"/>
          </p:nvPr>
        </p:nvSpPr>
        <p:spPr>
          <a:xfrm>
            <a:off x="2890080" y="3554280"/>
            <a:ext cx="15607800" cy="768960"/>
          </a:xfrm>
          <a:prstGeom prst="rect">
            <a:avLst/>
          </a:prstGeom>
          <a:noFill/>
          <a:ln w="0">
            <a:noFill/>
          </a:ln>
        </p:spPr>
        <p:txBody>
          <a:bodyPr lIns="54720" rIns="54720" tIns="27360" bIns="27360" anchor="t">
            <a:normAutofit/>
          </a:bodyPr>
          <a:p>
            <a:pPr indent="0" algn="ctr" defTabSz="3038760">
              <a:lnSpc>
                <a:spcPct val="100000"/>
              </a:lnSpc>
              <a:spcBef>
                <a:spcPts val="859"/>
              </a:spcBef>
              <a:buNone/>
              <a:tabLst>
                <a:tab algn="l" pos="0"/>
              </a:tabLst>
            </a:pPr>
            <a:r>
              <a:rPr b="0" lang="pt-PT" sz="4300" spc="-1" strike="noStrike">
                <a:solidFill>
                  <a:srgbClr val="0d568c"/>
                </a:solidFill>
                <a:latin typeface="Calibri"/>
              </a:rPr>
              <a:t>nome(s) do(s) orientador(es) e co-orientador(es)</a:t>
            </a:r>
            <a:endParaRPr b="0" lang="en-US" sz="4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PlaceHolder 12"/>
          <p:cNvSpPr>
            <a:spLocks noGrp="1"/>
          </p:cNvSpPr>
          <p:nvPr>
            <p:ph type="body"/>
          </p:nvPr>
        </p:nvSpPr>
        <p:spPr>
          <a:xfrm>
            <a:off x="2890080" y="2235600"/>
            <a:ext cx="15607800" cy="1318320"/>
          </a:xfrm>
          <a:prstGeom prst="rect">
            <a:avLst/>
          </a:prstGeom>
          <a:noFill/>
          <a:ln w="0">
            <a:noFill/>
          </a:ln>
        </p:spPr>
        <p:txBody>
          <a:bodyPr lIns="54720" rIns="54720" tIns="27360" bIns="27360" anchor="t" anchorCtr="1">
            <a:normAutofit/>
          </a:bodyPr>
          <a:p>
            <a:pPr indent="0" algn="ctr" defTabSz="3038760">
              <a:lnSpc>
                <a:spcPct val="100000"/>
              </a:lnSpc>
              <a:spcBef>
                <a:spcPts val="1281"/>
              </a:spcBef>
              <a:buNone/>
              <a:tabLst>
                <a:tab algn="l" pos="0"/>
              </a:tabLst>
            </a:pPr>
            <a:r>
              <a:rPr b="0" lang="pt-PT" sz="6400" spc="-1" strike="noStrike">
                <a:solidFill>
                  <a:srgbClr val="0d568c"/>
                </a:solidFill>
                <a:latin typeface="Calibri"/>
              </a:rPr>
              <a:t>nomes e números mecanográficos dos alunos </a:t>
            </a:r>
            <a:endParaRPr b="0" lang="en-US" sz="6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13"/>
          <p:cNvSpPr>
            <a:spLocks noGrp="1"/>
          </p:cNvSpPr>
          <p:nvPr>
            <p:ph type="body"/>
          </p:nvPr>
        </p:nvSpPr>
        <p:spPr>
          <a:xfrm>
            <a:off x="2890080" y="348480"/>
            <a:ext cx="15607800" cy="1886400"/>
          </a:xfrm>
          <a:prstGeom prst="rect">
            <a:avLst/>
          </a:prstGeom>
          <a:noFill/>
          <a:ln w="0">
            <a:noFill/>
          </a:ln>
        </p:spPr>
        <p:txBody>
          <a:bodyPr lIns="54720" rIns="54720" tIns="27360" bIns="27360" anchor="t" anchorCtr="1">
            <a:normAutofit/>
          </a:bodyPr>
          <a:p>
            <a:pPr indent="0" algn="ctr" defTabSz="3038760">
              <a:lnSpc>
                <a:spcPct val="100000"/>
              </a:lnSpc>
              <a:spcBef>
                <a:spcPts val="1981"/>
              </a:spcBef>
              <a:buNone/>
              <a:tabLst>
                <a:tab algn="l" pos="0"/>
              </a:tabLst>
            </a:pPr>
            <a:r>
              <a:rPr b="0" lang="pt-PT" sz="9900" spc="-1" strike="noStrike">
                <a:solidFill>
                  <a:schemeClr val="accent1"/>
                </a:solidFill>
                <a:latin typeface="Calibri"/>
              </a:rPr>
              <a:t>Título do Projeto</a:t>
            </a:r>
            <a:endParaRPr b="0" lang="en-US" sz="99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TextBox 1"/>
          <p:cNvSpPr/>
          <p:nvPr/>
        </p:nvSpPr>
        <p:spPr>
          <a:xfrm>
            <a:off x="18536760" y="637200"/>
            <a:ext cx="2854080" cy="23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3038760">
              <a:lnSpc>
                <a:spcPct val="100000"/>
              </a:lnSpc>
            </a:pPr>
            <a:r>
              <a:rPr b="1" lang="pt-PT" sz="4400" spc="-1" strike="noStrike">
                <a:solidFill>
                  <a:schemeClr val="accent1"/>
                </a:solidFill>
                <a:latin typeface="Calibri"/>
              </a:rPr>
              <a:t>Informática</a:t>
            </a:r>
            <a:endParaRPr b="0" lang="pt-PT" sz="4400" spc="-1" strike="noStrike">
              <a:solidFill>
                <a:srgbClr val="000000"/>
              </a:solidFill>
              <a:latin typeface="Arial"/>
            </a:endParaRPr>
          </a:p>
          <a:p>
            <a:pPr algn="ctr" defTabSz="3038760">
              <a:lnSpc>
                <a:spcPct val="100000"/>
              </a:lnSpc>
            </a:pPr>
            <a:r>
              <a:rPr b="1" lang="pt-PT" sz="4400" spc="-1" strike="noStrike">
                <a:solidFill>
                  <a:schemeClr val="accent1"/>
                </a:solidFill>
                <a:latin typeface="Calibri"/>
              </a:rPr>
              <a:t>de Gestão</a:t>
            </a:r>
            <a:br>
              <a:rPr sz="6000"/>
            </a:br>
            <a:r>
              <a:rPr b="1" lang="pt-PT" sz="6000" spc="-1" strike="noStrike">
                <a:solidFill>
                  <a:schemeClr val="accent1"/>
                </a:solidFill>
                <a:latin typeface="Calibri"/>
              </a:rPr>
              <a:t>2024/25</a:t>
            </a:r>
            <a:endParaRPr b="0" lang="pt-PT" sz="6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" name="Group 4"/>
          <p:cNvGrpSpPr/>
          <p:nvPr/>
        </p:nvGrpSpPr>
        <p:grpSpPr>
          <a:xfrm>
            <a:off x="0" y="637920"/>
            <a:ext cx="3079800" cy="1842120"/>
            <a:chOff x="0" y="637920"/>
            <a:chExt cx="3079800" cy="1842120"/>
          </a:xfrm>
        </p:grpSpPr>
        <p:pic>
          <p:nvPicPr>
            <p:cNvPr id="20" name="Picture 6" descr=""/>
            <p:cNvPicPr/>
            <p:nvPr/>
          </p:nvPicPr>
          <p:blipFill>
            <a:blip r:embed="rId2"/>
            <a:stretch/>
          </p:blipFill>
          <p:spPr>
            <a:xfrm>
              <a:off x="0" y="637920"/>
              <a:ext cx="3079800" cy="13420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1" name="TextBox 2"/>
            <p:cNvSpPr/>
            <p:nvPr/>
          </p:nvSpPr>
          <p:spPr>
            <a:xfrm>
              <a:off x="475920" y="1841760"/>
              <a:ext cx="21276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3038760">
                <a:lnSpc>
                  <a:spcPct val="100000"/>
                </a:lnSpc>
              </a:pPr>
              <a:r>
                <a:rPr b="0" lang="pt-PT" sz="1800" spc="-1" strike="noStrike">
                  <a:solidFill>
                    <a:schemeClr val="accent1"/>
                  </a:solidFill>
                  <a:latin typeface="Calibri"/>
                </a:rPr>
                <a:t>Escola Superior de Tecnologia e Gestão</a:t>
              </a:r>
              <a:endParaRPr b="0" lang="pt-PT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2" name="PlaceHolder 14"/>
          <p:cNvSpPr>
            <a:spLocks noGrp="1"/>
          </p:cNvSpPr>
          <p:nvPr>
            <p:ph type="title"/>
          </p:nvPr>
        </p:nvSpPr>
        <p:spPr>
          <a:xfrm>
            <a:off x="1069200" y="1207800"/>
            <a:ext cx="19248840" cy="505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6000" spc="-1" strike="noStrike">
                <a:solidFill>
                  <a:schemeClr val="dk1"/>
                </a:solidFill>
                <a:latin typeface="Calibri"/>
              </a:rPr>
              <a:t>edit the </a:t>
            </a:r>
            <a:r>
              <a:rPr b="0" lang="en-US" sz="6000" spc="-1" strike="noStrike">
                <a:solidFill>
                  <a:schemeClr val="dk1"/>
                </a:solidFill>
                <a:latin typeface="Calibri"/>
              </a:rPr>
              <a:t>title text </a:t>
            </a:r>
            <a:r>
              <a:rPr b="0" lang="en-US" sz="6000" spc="-1" strike="noStrike">
                <a:solidFill>
                  <a:schemeClr val="dk1"/>
                </a:solidFill>
                <a:latin typeface="Calibri"/>
              </a:rPr>
              <a:t>format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35"/>
          <p:cNvSpPr/>
          <p:nvPr/>
        </p:nvSpPr>
        <p:spPr>
          <a:xfrm rot="10800000">
            <a:off x="360" y="29233080"/>
            <a:ext cx="21387960" cy="1042200"/>
          </a:xfrm>
          <a:prstGeom prst="rect">
            <a:avLst/>
          </a:prstGeom>
          <a:gradFill rotWithShape="0">
            <a:gsLst>
              <a:gs pos="0">
                <a:srgbClr val="c197a9"/>
              </a:gs>
              <a:gs pos="100000">
                <a:srgbClr val="ffffff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3038760">
              <a:lnSpc>
                <a:spcPct val="100000"/>
              </a:lnSpc>
            </a:pPr>
            <a:endParaRPr b="0" lang="en-US" sz="60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" name="Rectangle 36"/>
          <p:cNvSpPr/>
          <p:nvPr/>
        </p:nvSpPr>
        <p:spPr>
          <a:xfrm>
            <a:off x="0" y="1080"/>
            <a:ext cx="21387960" cy="1042200"/>
          </a:xfrm>
          <a:prstGeom prst="rect">
            <a:avLst/>
          </a:prstGeom>
          <a:gradFill rotWithShape="0">
            <a:gsLst>
              <a:gs pos="0">
                <a:srgbClr val="c197a9"/>
              </a:gs>
              <a:gs pos="100000">
                <a:srgbClr val="ffffff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3038760">
              <a:lnSpc>
                <a:spcPct val="100000"/>
              </a:lnSpc>
            </a:pPr>
            <a:endParaRPr b="0" lang="en-US" sz="60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" name="Rectangle 37"/>
          <p:cNvSpPr/>
          <p:nvPr/>
        </p:nvSpPr>
        <p:spPr>
          <a:xfrm>
            <a:off x="-5400" y="4203360"/>
            <a:ext cx="21393360" cy="240120"/>
          </a:xfrm>
          <a:prstGeom prst="rect">
            <a:avLst/>
          </a:prstGeom>
          <a:gradFill rotWithShape="0">
            <a:gsLst>
              <a:gs pos="0">
                <a:srgbClr val="c197a9"/>
              </a:gs>
              <a:gs pos="51000">
                <a:srgbClr val="ffffff"/>
              </a:gs>
              <a:gs pos="100000">
                <a:srgbClr val="dae9f6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3038760">
              <a:lnSpc>
                <a:spcPct val="100000"/>
              </a:lnSpc>
            </a:pPr>
            <a:endParaRPr b="0" lang="en-US" sz="60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" name="Rounded Rectangle 38"/>
          <p:cNvSpPr/>
          <p:nvPr/>
        </p:nvSpPr>
        <p:spPr>
          <a:xfrm>
            <a:off x="429120" y="4835520"/>
            <a:ext cx="20511000" cy="24598080"/>
          </a:xfrm>
          <a:prstGeom prst="roundRect">
            <a:avLst>
              <a:gd name="adj" fmla="val 1956"/>
            </a:avLst>
          </a:prstGeom>
          <a:noFill/>
          <a:ln>
            <a:solidFill>
              <a:srgbClr val="83065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3038760">
              <a:lnSpc>
                <a:spcPct val="100000"/>
              </a:lnSpc>
            </a:pPr>
            <a:endParaRPr b="0" lang="en-US" sz="60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body"/>
          </p:nvPr>
        </p:nvSpPr>
        <p:spPr>
          <a:xfrm>
            <a:off x="440640" y="5785200"/>
            <a:ext cx="4900320" cy="17876160"/>
          </a:xfrm>
          <a:prstGeom prst="rect">
            <a:avLst/>
          </a:prstGeom>
          <a:noFill/>
          <a:ln w="0">
            <a:noFill/>
          </a:ln>
        </p:spPr>
        <p:txBody>
          <a:bodyPr lIns="158400" rIns="158400" tIns="158400" bIns="158400" anchor="t">
            <a:noAutofit/>
          </a:bodyPr>
          <a:p>
            <a:pPr indent="0" defTabSz="30387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Enter your text here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49640" y="-3342240"/>
            <a:ext cx="4896360" cy="17686080"/>
          </a:xfrm>
          <a:prstGeom prst="rect">
            <a:avLst/>
          </a:prstGeom>
          <a:noFill/>
          <a:ln w="0">
            <a:noFill/>
          </a:ln>
        </p:spPr>
        <p:txBody>
          <a:bodyPr lIns="63360" rIns="63360" tIns="63360" bIns="63360" anchor="ctr">
            <a:noAutofit/>
          </a:bodyPr>
          <a:p>
            <a:pPr indent="0" algn="ctr" defTabSz="303876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 u="sng">
                <a:solidFill>
                  <a:schemeClr val="accent5">
                    <a:lumMod val="50000"/>
                  </a:schemeClr>
                </a:solidFill>
                <a:uFillTx/>
                <a:latin typeface="Calibri"/>
              </a:rPr>
              <a:t>(click to add) RESUMO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39920" y="13602960"/>
            <a:ext cx="4901040" cy="17876160"/>
          </a:xfrm>
          <a:prstGeom prst="rect">
            <a:avLst/>
          </a:prstGeom>
          <a:noFill/>
          <a:ln w="0">
            <a:noFill/>
          </a:ln>
        </p:spPr>
        <p:txBody>
          <a:bodyPr lIns="158400" rIns="158400" tIns="158400" bIns="158400" anchor="t">
            <a:noAutofit/>
          </a:bodyPr>
          <a:p>
            <a:pPr indent="0" defTabSz="30387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Enter your text here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49640" y="4511160"/>
            <a:ext cx="4897440" cy="17686080"/>
          </a:xfrm>
          <a:prstGeom prst="rect">
            <a:avLst/>
          </a:prstGeom>
          <a:noFill/>
          <a:ln w="0">
            <a:noFill/>
          </a:ln>
        </p:spPr>
        <p:txBody>
          <a:bodyPr lIns="63360" rIns="63360" tIns="63360" bIns="63360" anchor="ctr">
            <a:noAutofit/>
          </a:bodyPr>
          <a:p>
            <a:pPr indent="0" algn="ctr" defTabSz="303876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 u="sng">
                <a:solidFill>
                  <a:schemeClr val="accent5">
                    <a:lumMod val="50000"/>
                  </a:schemeClr>
                </a:solidFill>
                <a:uFillTx/>
                <a:latin typeface="Calibri"/>
              </a:rPr>
              <a:t>(click to add)  OBJECTIVOS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5347080" y="9155160"/>
            <a:ext cx="10096560" cy="17876160"/>
          </a:xfrm>
          <a:prstGeom prst="rect">
            <a:avLst/>
          </a:prstGeom>
          <a:noFill/>
          <a:ln w="0">
            <a:noFill/>
          </a:ln>
        </p:spPr>
        <p:txBody>
          <a:bodyPr lIns="158400" rIns="158400" tIns="158400" bIns="158400" anchor="t">
            <a:noAutofit/>
          </a:bodyPr>
          <a:p>
            <a:pPr indent="0" defTabSz="30387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Enter your text here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body"/>
          </p:nvPr>
        </p:nvSpPr>
        <p:spPr>
          <a:xfrm>
            <a:off x="5347080" y="-48240"/>
            <a:ext cx="10096560" cy="17686080"/>
          </a:xfrm>
          <a:prstGeom prst="rect">
            <a:avLst/>
          </a:prstGeom>
          <a:noFill/>
          <a:ln w="0">
            <a:noFill/>
          </a:ln>
        </p:spPr>
        <p:txBody>
          <a:bodyPr lIns="63360" rIns="63360" tIns="63360" bIns="63360" anchor="ctr">
            <a:noAutofit/>
          </a:bodyPr>
          <a:p>
            <a:pPr indent="0" algn="ctr" defTabSz="303876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 u="sng">
                <a:solidFill>
                  <a:schemeClr val="accent5">
                    <a:lumMod val="50000"/>
                  </a:schemeClr>
                </a:solidFill>
                <a:uFillTx/>
                <a:latin typeface="Calibri"/>
              </a:rPr>
              <a:t>(header)  FERRAMENTAS &amp; MÉTODOS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7"/>
          <p:cNvSpPr>
            <a:spLocks noGrp="1"/>
          </p:cNvSpPr>
          <p:nvPr>
            <p:ph type="body"/>
          </p:nvPr>
        </p:nvSpPr>
        <p:spPr>
          <a:xfrm>
            <a:off x="5646600" y="19943640"/>
            <a:ext cx="10096560" cy="17876160"/>
          </a:xfrm>
          <a:prstGeom prst="rect">
            <a:avLst/>
          </a:prstGeom>
          <a:noFill/>
          <a:ln w="0">
            <a:noFill/>
          </a:ln>
        </p:spPr>
        <p:txBody>
          <a:bodyPr lIns="158400" rIns="158400" tIns="158400" bIns="158400" anchor="t">
            <a:noAutofit/>
          </a:bodyPr>
          <a:p>
            <a:pPr indent="0" defTabSz="30387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Enter your text here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8"/>
          <p:cNvSpPr>
            <a:spLocks noGrp="1"/>
          </p:cNvSpPr>
          <p:nvPr>
            <p:ph type="body"/>
          </p:nvPr>
        </p:nvSpPr>
        <p:spPr>
          <a:xfrm>
            <a:off x="5646600" y="10822320"/>
            <a:ext cx="10096560" cy="17686080"/>
          </a:xfrm>
          <a:prstGeom prst="rect">
            <a:avLst/>
          </a:prstGeom>
          <a:noFill/>
          <a:ln w="0">
            <a:noFill/>
          </a:ln>
        </p:spPr>
        <p:txBody>
          <a:bodyPr lIns="63360" rIns="63360" tIns="63360" bIns="63360" anchor="ctr">
            <a:noAutofit/>
          </a:bodyPr>
          <a:p>
            <a:pPr indent="0" algn="ctr" defTabSz="303876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 u="sng">
                <a:solidFill>
                  <a:schemeClr val="accent5">
                    <a:lumMod val="50000"/>
                  </a:schemeClr>
                </a:solidFill>
                <a:uFillTx/>
                <a:latin typeface="Calibri"/>
              </a:rPr>
              <a:t>(click to add)  RESULTADOS/CONTRIBUIÇÕES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9"/>
          <p:cNvSpPr>
            <a:spLocks noGrp="1"/>
          </p:cNvSpPr>
          <p:nvPr>
            <p:ph type="body"/>
          </p:nvPr>
        </p:nvSpPr>
        <p:spPr>
          <a:xfrm>
            <a:off x="16044480" y="-3336120"/>
            <a:ext cx="4895640" cy="17686080"/>
          </a:xfrm>
          <a:prstGeom prst="rect">
            <a:avLst/>
          </a:prstGeom>
          <a:noFill/>
          <a:ln w="0">
            <a:noFill/>
          </a:ln>
        </p:spPr>
        <p:txBody>
          <a:bodyPr lIns="63360" rIns="63360" tIns="63360" bIns="63360" anchor="ctr">
            <a:noAutofit/>
          </a:bodyPr>
          <a:p>
            <a:pPr indent="0" algn="ctr" defTabSz="303876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 u="sng">
                <a:solidFill>
                  <a:schemeClr val="accent5">
                    <a:lumMod val="50000"/>
                  </a:schemeClr>
                </a:solidFill>
                <a:uFillTx/>
                <a:latin typeface="Calibri"/>
              </a:rPr>
              <a:t>(click to add) CONCLUSÕES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10"/>
          <p:cNvSpPr>
            <a:spLocks noGrp="1"/>
          </p:cNvSpPr>
          <p:nvPr>
            <p:ph type="body"/>
          </p:nvPr>
        </p:nvSpPr>
        <p:spPr>
          <a:xfrm>
            <a:off x="16044480" y="5785200"/>
            <a:ext cx="4895640" cy="17876160"/>
          </a:xfrm>
          <a:prstGeom prst="rect">
            <a:avLst/>
          </a:prstGeom>
          <a:noFill/>
          <a:ln w="0">
            <a:noFill/>
          </a:ln>
        </p:spPr>
        <p:txBody>
          <a:bodyPr lIns="158400" rIns="158400" tIns="158400" bIns="158400" anchor="t">
            <a:noAutofit/>
          </a:bodyPr>
          <a:p>
            <a:pPr indent="0" defTabSz="30387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Enter your text here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11"/>
          <p:cNvSpPr>
            <a:spLocks noGrp="1"/>
          </p:cNvSpPr>
          <p:nvPr>
            <p:ph type="body"/>
          </p:nvPr>
        </p:nvSpPr>
        <p:spPr>
          <a:xfrm>
            <a:off x="16041600" y="4566600"/>
            <a:ext cx="4895640" cy="17686080"/>
          </a:xfrm>
          <a:prstGeom prst="rect">
            <a:avLst/>
          </a:prstGeom>
          <a:noFill/>
          <a:ln w="0">
            <a:noFill/>
          </a:ln>
        </p:spPr>
        <p:txBody>
          <a:bodyPr lIns="63360" rIns="63360" tIns="63360" bIns="63360" anchor="ctr">
            <a:noAutofit/>
          </a:bodyPr>
          <a:p>
            <a:pPr indent="0" algn="ctr" defTabSz="303876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 u="sng">
                <a:solidFill>
                  <a:schemeClr val="accent5">
                    <a:lumMod val="50000"/>
                  </a:schemeClr>
                </a:solidFill>
                <a:uFillTx/>
                <a:latin typeface="Calibri"/>
              </a:rPr>
              <a:t>(click to add) REFERÊNCIAS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12"/>
          <p:cNvSpPr>
            <a:spLocks noGrp="1"/>
          </p:cNvSpPr>
          <p:nvPr>
            <p:ph type="body"/>
          </p:nvPr>
        </p:nvSpPr>
        <p:spPr>
          <a:xfrm>
            <a:off x="16072920" y="13687920"/>
            <a:ext cx="4860000" cy="17876160"/>
          </a:xfrm>
          <a:prstGeom prst="rect">
            <a:avLst/>
          </a:prstGeom>
          <a:noFill/>
          <a:ln w="0">
            <a:noFill/>
          </a:ln>
        </p:spPr>
        <p:txBody>
          <a:bodyPr lIns="158400" rIns="158400" tIns="158400" bIns="158400" anchor="t">
            <a:noAutofit/>
          </a:bodyPr>
          <a:p>
            <a:pPr indent="0" defTabSz="30387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Enter your text here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13"/>
          <p:cNvSpPr>
            <a:spLocks noGrp="1"/>
          </p:cNvSpPr>
          <p:nvPr>
            <p:ph type="body"/>
          </p:nvPr>
        </p:nvSpPr>
        <p:spPr>
          <a:xfrm>
            <a:off x="16044480" y="15483960"/>
            <a:ext cx="4895640" cy="17686080"/>
          </a:xfrm>
          <a:prstGeom prst="rect">
            <a:avLst/>
          </a:prstGeom>
          <a:noFill/>
          <a:ln w="0">
            <a:noFill/>
          </a:ln>
        </p:spPr>
        <p:txBody>
          <a:bodyPr lIns="63360" rIns="63360" tIns="63360" bIns="63360" anchor="ctr">
            <a:noAutofit/>
          </a:bodyPr>
          <a:p>
            <a:pPr indent="0" algn="ctr" defTabSz="303876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 u="sng">
                <a:solidFill>
                  <a:schemeClr val="accent5">
                    <a:lumMod val="50000"/>
                  </a:schemeClr>
                </a:solidFill>
                <a:uFillTx/>
                <a:latin typeface="Calibri"/>
              </a:rPr>
              <a:t>(click to add)  AGRADECIMENTOS ou CONTACTOS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14"/>
          <p:cNvSpPr>
            <a:spLocks noGrp="1"/>
          </p:cNvSpPr>
          <p:nvPr>
            <p:ph type="body"/>
          </p:nvPr>
        </p:nvSpPr>
        <p:spPr>
          <a:xfrm>
            <a:off x="16035120" y="25051680"/>
            <a:ext cx="4898160" cy="17876160"/>
          </a:xfrm>
          <a:prstGeom prst="rect">
            <a:avLst/>
          </a:prstGeom>
          <a:noFill/>
          <a:ln w="0">
            <a:noFill/>
          </a:ln>
        </p:spPr>
        <p:txBody>
          <a:bodyPr lIns="158400" rIns="158400" tIns="158400" bIns="158400" anchor="t">
            <a:noAutofit/>
          </a:bodyPr>
          <a:p>
            <a:pPr marL="47520" indent="-47520" defTabSz="303876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5">
                    <a:lumMod val="50000"/>
                  </a:schemeClr>
                </a:solidFill>
                <a:latin typeface="Times New Roman"/>
              </a:rPr>
              <a:t>Enter your text here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15"/>
          <p:cNvSpPr>
            <a:spLocks noGrp="1"/>
          </p:cNvSpPr>
          <p:nvPr>
            <p:ph type="body"/>
          </p:nvPr>
        </p:nvSpPr>
        <p:spPr>
          <a:xfrm>
            <a:off x="2890080" y="3554280"/>
            <a:ext cx="15607800" cy="768960"/>
          </a:xfrm>
          <a:prstGeom prst="rect">
            <a:avLst/>
          </a:prstGeom>
          <a:noFill/>
          <a:ln w="0">
            <a:noFill/>
          </a:ln>
        </p:spPr>
        <p:txBody>
          <a:bodyPr lIns="54720" rIns="54720" tIns="27360" bIns="27360" anchor="t">
            <a:normAutofit/>
          </a:bodyPr>
          <a:p>
            <a:pPr indent="0" algn="ctr" defTabSz="3038760">
              <a:lnSpc>
                <a:spcPct val="100000"/>
              </a:lnSpc>
              <a:spcBef>
                <a:spcPts val="859"/>
              </a:spcBef>
              <a:buNone/>
              <a:tabLst>
                <a:tab algn="l" pos="0"/>
              </a:tabLst>
            </a:pPr>
            <a:r>
              <a:rPr b="0" lang="pt-PT" sz="4300" spc="-1" strike="noStrike">
                <a:solidFill>
                  <a:srgbClr val="0d568c"/>
                </a:solidFill>
                <a:latin typeface="Calibri"/>
              </a:rPr>
              <a:t>nome(s) do(s) orientador(es) e co-orientador(es)</a:t>
            </a:r>
            <a:endParaRPr b="0" lang="en-US" sz="4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16"/>
          <p:cNvSpPr>
            <a:spLocks noGrp="1"/>
          </p:cNvSpPr>
          <p:nvPr>
            <p:ph type="body"/>
          </p:nvPr>
        </p:nvSpPr>
        <p:spPr>
          <a:xfrm>
            <a:off x="2890080" y="2235600"/>
            <a:ext cx="15607800" cy="1318320"/>
          </a:xfrm>
          <a:prstGeom prst="rect">
            <a:avLst/>
          </a:prstGeom>
          <a:noFill/>
          <a:ln w="0">
            <a:noFill/>
          </a:ln>
        </p:spPr>
        <p:txBody>
          <a:bodyPr lIns="54720" rIns="54720" tIns="27360" bIns="27360" anchor="t" anchorCtr="1">
            <a:normAutofit/>
          </a:bodyPr>
          <a:p>
            <a:pPr indent="0" algn="ctr" defTabSz="3038760">
              <a:lnSpc>
                <a:spcPct val="100000"/>
              </a:lnSpc>
              <a:spcBef>
                <a:spcPts val="1281"/>
              </a:spcBef>
              <a:buNone/>
              <a:tabLst>
                <a:tab algn="l" pos="0"/>
              </a:tabLst>
            </a:pPr>
            <a:r>
              <a:rPr b="0" lang="pt-PT" sz="6400" spc="-1" strike="noStrike">
                <a:solidFill>
                  <a:schemeClr val="accent5">
                    <a:lumMod val="50000"/>
                  </a:schemeClr>
                </a:solidFill>
                <a:latin typeface="Calibri"/>
              </a:rPr>
              <a:t>nomes e números mecanográficos dos alunos </a:t>
            </a:r>
            <a:endParaRPr b="0" lang="en-US" sz="6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17"/>
          <p:cNvSpPr>
            <a:spLocks noGrp="1"/>
          </p:cNvSpPr>
          <p:nvPr>
            <p:ph type="body"/>
          </p:nvPr>
        </p:nvSpPr>
        <p:spPr>
          <a:xfrm>
            <a:off x="2890080" y="348480"/>
            <a:ext cx="15607800" cy="1886400"/>
          </a:xfrm>
          <a:prstGeom prst="rect">
            <a:avLst/>
          </a:prstGeom>
          <a:noFill/>
          <a:ln w="0">
            <a:noFill/>
          </a:ln>
        </p:spPr>
        <p:txBody>
          <a:bodyPr lIns="54720" rIns="54720" tIns="27360" bIns="27360" anchor="t" anchorCtr="1">
            <a:normAutofit/>
          </a:bodyPr>
          <a:p>
            <a:pPr indent="0" algn="ctr" defTabSz="3038760">
              <a:lnSpc>
                <a:spcPct val="100000"/>
              </a:lnSpc>
              <a:spcBef>
                <a:spcPts val="1981"/>
              </a:spcBef>
              <a:buNone/>
              <a:tabLst>
                <a:tab algn="l" pos="0"/>
              </a:tabLst>
            </a:pPr>
            <a:r>
              <a:rPr b="0" lang="pt-PT" sz="9900" spc="-1" strike="noStrike">
                <a:solidFill>
                  <a:schemeClr val="accent1"/>
                </a:solidFill>
                <a:latin typeface="Calibri"/>
              </a:rPr>
              <a:t>Título do Projeto</a:t>
            </a:r>
            <a:endParaRPr b="0" lang="en-US" sz="9900" spc="-1" strike="noStrike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44" name="Group 30"/>
          <p:cNvGrpSpPr/>
          <p:nvPr/>
        </p:nvGrpSpPr>
        <p:grpSpPr>
          <a:xfrm>
            <a:off x="0" y="637920"/>
            <a:ext cx="3079800" cy="1842120"/>
            <a:chOff x="0" y="637920"/>
            <a:chExt cx="3079800" cy="1842120"/>
          </a:xfrm>
        </p:grpSpPr>
        <p:pic>
          <p:nvPicPr>
            <p:cNvPr id="45" name="Picture 31" descr=""/>
            <p:cNvPicPr/>
            <p:nvPr/>
          </p:nvPicPr>
          <p:blipFill>
            <a:blip r:embed="rId2"/>
            <a:stretch/>
          </p:blipFill>
          <p:spPr>
            <a:xfrm>
              <a:off x="0" y="637920"/>
              <a:ext cx="3079800" cy="13420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6" name="TextBox 32"/>
            <p:cNvSpPr/>
            <p:nvPr/>
          </p:nvSpPr>
          <p:spPr>
            <a:xfrm>
              <a:off x="475920" y="1841760"/>
              <a:ext cx="21276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3038760">
                <a:lnSpc>
                  <a:spcPct val="100000"/>
                </a:lnSpc>
              </a:pPr>
              <a:r>
                <a:rPr b="0" lang="pt-PT" sz="1800" spc="-1" strike="noStrike">
                  <a:solidFill>
                    <a:schemeClr val="accent1"/>
                  </a:solidFill>
                  <a:latin typeface="Calibri"/>
                </a:rPr>
                <a:t>Escola Superior de Tecnologia e Gestão</a:t>
              </a:r>
              <a:endParaRPr b="0" lang="pt-PT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7" name="TextBox 33"/>
          <p:cNvSpPr/>
          <p:nvPr/>
        </p:nvSpPr>
        <p:spPr>
          <a:xfrm>
            <a:off x="18536760" y="637200"/>
            <a:ext cx="2854080" cy="23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3038760">
              <a:lnSpc>
                <a:spcPct val="100000"/>
              </a:lnSpc>
            </a:pPr>
            <a:r>
              <a:rPr b="1" lang="pt-PT" sz="4400" spc="-1" strike="noStrike">
                <a:solidFill>
                  <a:schemeClr val="accent1"/>
                </a:solidFill>
                <a:latin typeface="Calibri"/>
              </a:rPr>
              <a:t>Informática</a:t>
            </a:r>
            <a:endParaRPr b="0" lang="pt-PT" sz="4400" spc="-1" strike="noStrike">
              <a:solidFill>
                <a:srgbClr val="000000"/>
              </a:solidFill>
              <a:latin typeface="Arial"/>
            </a:endParaRPr>
          </a:p>
          <a:p>
            <a:pPr algn="ctr" defTabSz="3038760">
              <a:lnSpc>
                <a:spcPct val="100000"/>
              </a:lnSpc>
            </a:pPr>
            <a:r>
              <a:rPr b="1" lang="pt-PT" sz="4400" spc="-1" strike="noStrike">
                <a:solidFill>
                  <a:schemeClr val="accent1"/>
                </a:solidFill>
                <a:latin typeface="Calibri"/>
              </a:rPr>
              <a:t>de Gestão</a:t>
            </a:r>
            <a:br>
              <a:rPr sz="6000"/>
            </a:br>
            <a:r>
              <a:rPr b="1" lang="pt-PT" sz="6000" spc="-1" strike="noStrike">
                <a:solidFill>
                  <a:schemeClr val="accent1"/>
                </a:solidFill>
                <a:latin typeface="Calibri"/>
              </a:rPr>
              <a:t>2024/25</a:t>
            </a:r>
            <a:endParaRPr b="0" lang="pt-PT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18"/>
          <p:cNvSpPr>
            <a:spLocks noGrp="1"/>
          </p:cNvSpPr>
          <p:nvPr>
            <p:ph type="title"/>
          </p:nvPr>
        </p:nvSpPr>
        <p:spPr>
          <a:xfrm>
            <a:off x="1069200" y="1207800"/>
            <a:ext cx="19248840" cy="505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/>
          </p:nvPr>
        </p:nvSpPr>
        <p:spPr>
          <a:xfrm>
            <a:off x="440640" y="5365440"/>
            <a:ext cx="10101600" cy="634680"/>
          </a:xfrm>
          <a:prstGeom prst="rect">
            <a:avLst/>
          </a:prstGeom>
          <a:noFill/>
          <a:ln w="0">
            <a:noFill/>
          </a:ln>
        </p:spPr>
        <p:txBody>
          <a:bodyPr lIns="158400" rIns="158400" tIns="158400" bIns="15840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5">
                  <a:lumMod val="50000"/>
                </a:schemeClr>
              </a:solidFill>
              <a:latin typeface="Times New Roman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49640" y="4846680"/>
            <a:ext cx="10093680" cy="558360"/>
          </a:xfrm>
          <a:prstGeom prst="rect">
            <a:avLst/>
          </a:prstGeom>
          <a:noFill/>
          <a:ln w="0">
            <a:noFill/>
          </a:ln>
        </p:spPr>
        <p:txBody>
          <a:bodyPr lIns="63360" rIns="63360" tIns="63360" bIns="63360" anchor="ctr">
            <a:noAutofit/>
          </a:bodyPr>
          <a:p>
            <a:pPr indent="0" algn="ctr" defTabSz="303876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pt-PT" sz="2800" spc="-1" strike="noStrike">
                <a:solidFill>
                  <a:schemeClr val="accent5">
                    <a:lumMod val="50000"/>
                  </a:schemeClr>
                </a:solidFill>
                <a:latin typeface="Calibri"/>
              </a:rPr>
              <a:t>enquadramento e objetivos do projeto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49640" y="13074840"/>
            <a:ext cx="10095840" cy="558360"/>
          </a:xfrm>
          <a:prstGeom prst="rect">
            <a:avLst/>
          </a:prstGeom>
          <a:noFill/>
          <a:ln w="0">
            <a:noFill/>
          </a:ln>
        </p:spPr>
        <p:txBody>
          <a:bodyPr lIns="63360" rIns="63360" tIns="63360" bIns="63360" anchor="ctr">
            <a:noAutofit/>
          </a:bodyPr>
          <a:p>
            <a:pPr indent="0" algn="ctr" defTabSz="303876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pt-PT" sz="2800" spc="-1" strike="noStrike">
                <a:solidFill>
                  <a:schemeClr val="accent5">
                    <a:lumMod val="50000"/>
                  </a:schemeClr>
                </a:solidFill>
                <a:latin typeface="Calibri"/>
              </a:rPr>
              <a:t>descrição do trabalho realizado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10846440" y="4846680"/>
            <a:ext cx="10093320" cy="558360"/>
          </a:xfrm>
          <a:prstGeom prst="rect">
            <a:avLst/>
          </a:prstGeom>
          <a:noFill/>
          <a:ln w="0">
            <a:noFill/>
          </a:ln>
        </p:spPr>
        <p:txBody>
          <a:bodyPr lIns="63360" rIns="63360" tIns="63360" bIns="63360" anchor="ctr">
            <a:noAutofit/>
          </a:bodyPr>
          <a:p>
            <a:pPr indent="0" algn="ctr" defTabSz="303876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pt-PT" sz="2800" spc="-1" strike="noStrike">
                <a:solidFill>
                  <a:schemeClr val="accent5">
                    <a:lumMod val="50000"/>
                  </a:schemeClr>
                </a:solidFill>
                <a:latin typeface="Calibri"/>
              </a:rPr>
              <a:t>apresentação de resultados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/>
          </p:nvPr>
        </p:nvSpPr>
        <p:spPr>
          <a:xfrm>
            <a:off x="10846440" y="5365440"/>
            <a:ext cx="10093320" cy="634680"/>
          </a:xfrm>
          <a:prstGeom prst="rect">
            <a:avLst/>
          </a:prstGeom>
          <a:noFill/>
          <a:ln w="0">
            <a:noFill/>
          </a:ln>
        </p:spPr>
        <p:txBody>
          <a:bodyPr lIns="158400" rIns="158400" tIns="158400" bIns="15840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5">
                  <a:lumMod val="50000"/>
                </a:schemeClr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/>
          </p:nvPr>
        </p:nvSpPr>
        <p:spPr>
          <a:xfrm>
            <a:off x="10846440" y="13091040"/>
            <a:ext cx="10090440" cy="558360"/>
          </a:xfrm>
          <a:prstGeom prst="rect">
            <a:avLst/>
          </a:prstGeom>
          <a:noFill/>
          <a:ln w="0">
            <a:noFill/>
          </a:ln>
        </p:spPr>
        <p:txBody>
          <a:bodyPr lIns="63360" rIns="63360" tIns="63360" bIns="63360" anchor="ctr">
            <a:noAutofit/>
          </a:bodyPr>
          <a:p>
            <a:pPr indent="0" algn="ctr" defTabSz="303876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pt-PT" sz="2800" spc="-1" strike="noStrike">
                <a:solidFill>
                  <a:schemeClr val="accent5">
                    <a:lumMod val="50000"/>
                  </a:schemeClr>
                </a:solidFill>
                <a:latin typeface="Calibri"/>
              </a:rPr>
              <a:t>discussão/apresentação de conclusões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7"/>
          <p:cNvSpPr>
            <a:spLocks noGrp="1"/>
          </p:cNvSpPr>
          <p:nvPr>
            <p:ph/>
          </p:nvPr>
        </p:nvSpPr>
        <p:spPr>
          <a:xfrm>
            <a:off x="10842840" y="13648320"/>
            <a:ext cx="10094400" cy="634680"/>
          </a:xfrm>
          <a:prstGeom prst="rect">
            <a:avLst/>
          </a:prstGeom>
          <a:noFill/>
          <a:ln w="0">
            <a:noFill/>
          </a:ln>
        </p:spPr>
        <p:txBody>
          <a:bodyPr lIns="158400" rIns="158400" tIns="158400" bIns="15840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5">
                  <a:lumMod val="50000"/>
                </a:schemeClr>
              </a:solidFill>
              <a:latin typeface="Times New Roman"/>
            </a:endParaRPr>
          </a:p>
        </p:txBody>
      </p:sp>
      <p:sp>
        <p:nvSpPr>
          <p:cNvPr id="62" name="PlaceHolder 8"/>
          <p:cNvSpPr>
            <a:spLocks noGrp="1"/>
          </p:cNvSpPr>
          <p:nvPr>
            <p:ph/>
          </p:nvPr>
        </p:nvSpPr>
        <p:spPr>
          <a:xfrm>
            <a:off x="440640" y="13633560"/>
            <a:ext cx="10102320" cy="634680"/>
          </a:xfrm>
          <a:prstGeom prst="rect">
            <a:avLst/>
          </a:prstGeom>
          <a:noFill/>
          <a:ln w="0">
            <a:noFill/>
          </a:ln>
        </p:spPr>
        <p:txBody>
          <a:bodyPr lIns="158400" rIns="158400" tIns="158400" bIns="15840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5">
                  <a:lumMod val="50000"/>
                </a:schemeClr>
              </a:solidFill>
              <a:latin typeface="Times New Roman"/>
            </a:endParaRPr>
          </a:p>
        </p:txBody>
      </p:sp>
      <p:sp>
        <p:nvSpPr>
          <p:cNvPr id="63" name="PlaceHolder 9"/>
          <p:cNvSpPr>
            <a:spLocks noGrp="1"/>
          </p:cNvSpPr>
          <p:nvPr>
            <p:ph/>
          </p:nvPr>
        </p:nvSpPr>
        <p:spPr>
          <a:xfrm>
            <a:off x="2890080" y="3554280"/>
            <a:ext cx="15607800" cy="768960"/>
          </a:xfrm>
          <a:prstGeom prst="rect">
            <a:avLst/>
          </a:prstGeom>
          <a:noFill/>
          <a:ln w="0">
            <a:noFill/>
          </a:ln>
        </p:spPr>
        <p:txBody>
          <a:bodyPr lIns="54720" rIns="54720" tIns="27360" bIns="2736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4300" spc="-1" strike="noStrike">
              <a:solidFill>
                <a:schemeClr val="accent5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64" name="PlaceHolder 10"/>
          <p:cNvSpPr>
            <a:spLocks noGrp="1"/>
          </p:cNvSpPr>
          <p:nvPr>
            <p:ph/>
          </p:nvPr>
        </p:nvSpPr>
        <p:spPr>
          <a:xfrm>
            <a:off x="2890080" y="2235600"/>
            <a:ext cx="15607800" cy="1318320"/>
          </a:xfrm>
          <a:prstGeom prst="rect">
            <a:avLst/>
          </a:prstGeom>
          <a:noFill/>
          <a:ln w="0">
            <a:noFill/>
          </a:ln>
        </p:spPr>
        <p:txBody>
          <a:bodyPr lIns="54720" rIns="54720" tIns="27360" bIns="2736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6000" spc="-1" strike="noStrike">
              <a:solidFill>
                <a:schemeClr val="accent5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65" name="PlaceHolder 11"/>
          <p:cNvSpPr>
            <a:spLocks noGrp="1"/>
          </p:cNvSpPr>
          <p:nvPr>
            <p:ph/>
          </p:nvPr>
        </p:nvSpPr>
        <p:spPr>
          <a:xfrm>
            <a:off x="2890080" y="551880"/>
            <a:ext cx="15607800" cy="1683360"/>
          </a:xfrm>
          <a:prstGeom prst="rect">
            <a:avLst/>
          </a:prstGeom>
          <a:noFill/>
          <a:ln w="0">
            <a:noFill/>
          </a:ln>
        </p:spPr>
        <p:txBody>
          <a:bodyPr lIns="54720" rIns="54720" tIns="27360" bIns="27360" anchor="t">
            <a:normAutofit/>
          </a:bodyPr>
          <a:p>
            <a:pPr indent="0">
              <a:spcBef>
                <a:spcPts val="1417"/>
              </a:spcBef>
              <a:buNone/>
            </a:pPr>
            <a:endParaRPr b="1" lang="en-US" sz="9900" spc="-1" strike="noStrike">
              <a:solidFill>
                <a:schemeClr val="accent5">
                  <a:lumMod val="50000"/>
                </a:schemeClr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/>
          </p:nvPr>
        </p:nvSpPr>
        <p:spPr>
          <a:xfrm>
            <a:off x="440640" y="5785200"/>
            <a:ext cx="4900320" cy="634680"/>
          </a:xfrm>
          <a:prstGeom prst="rect">
            <a:avLst/>
          </a:prstGeom>
          <a:noFill/>
          <a:ln w="0">
            <a:noFill/>
          </a:ln>
        </p:spPr>
        <p:txBody>
          <a:bodyPr lIns="158400" rIns="158400" tIns="158400" bIns="15840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5">
                  <a:lumMod val="50000"/>
                </a:schemeClr>
              </a:solidFill>
              <a:latin typeface="Times New Roman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347080" y="9155160"/>
            <a:ext cx="10096560" cy="634680"/>
          </a:xfrm>
          <a:prstGeom prst="rect">
            <a:avLst/>
          </a:prstGeom>
          <a:noFill/>
          <a:ln w="0">
            <a:noFill/>
          </a:ln>
        </p:spPr>
        <p:txBody>
          <a:bodyPr lIns="158400" rIns="158400" tIns="158400" bIns="15840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5">
                  <a:lumMod val="50000"/>
                </a:schemeClr>
              </a:solidFill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347080" y="8511840"/>
            <a:ext cx="10096560" cy="565560"/>
          </a:xfrm>
          <a:prstGeom prst="rect">
            <a:avLst/>
          </a:prstGeom>
          <a:noFill/>
          <a:ln w="0">
            <a:noFill/>
          </a:ln>
        </p:spPr>
        <p:txBody>
          <a:bodyPr lIns="63360" rIns="63360" tIns="63360" bIns="63360" anchor="ctr">
            <a:noAutofit/>
          </a:bodyPr>
          <a:p>
            <a:pPr indent="0" algn="ctr" defTabSz="303876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pt-PT" sz="2800" spc="-1" strike="noStrike">
                <a:solidFill>
                  <a:schemeClr val="accent5">
                    <a:lumMod val="50000"/>
                  </a:schemeClr>
                </a:solidFill>
                <a:latin typeface="Calibri"/>
              </a:rPr>
              <a:t>descrição do trabalho realizado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5646600" y="19943640"/>
            <a:ext cx="10096560" cy="634680"/>
          </a:xfrm>
          <a:prstGeom prst="rect">
            <a:avLst/>
          </a:prstGeom>
          <a:noFill/>
          <a:ln w="0">
            <a:noFill/>
          </a:ln>
        </p:spPr>
        <p:txBody>
          <a:bodyPr lIns="158400" rIns="158400" tIns="158400" bIns="15840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5">
                  <a:lumMod val="50000"/>
                </a:schemeClr>
              </a:solidFill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5646600" y="19386360"/>
            <a:ext cx="10096560" cy="558360"/>
          </a:xfrm>
          <a:prstGeom prst="rect">
            <a:avLst/>
          </a:prstGeom>
          <a:noFill/>
          <a:ln w="0">
            <a:noFill/>
          </a:ln>
        </p:spPr>
        <p:txBody>
          <a:bodyPr lIns="63360" rIns="63360" tIns="63360" bIns="63360" anchor="ctr">
            <a:noAutofit/>
          </a:bodyPr>
          <a:p>
            <a:pPr indent="0" algn="ctr" defTabSz="303876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pt-PT" sz="2800" spc="-1" strike="noStrike">
                <a:solidFill>
                  <a:schemeClr val="accent5">
                    <a:lumMod val="50000"/>
                  </a:schemeClr>
                </a:solidFill>
                <a:latin typeface="Calibri"/>
              </a:rPr>
              <a:t>apresentação de resultados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/>
          </p:nvPr>
        </p:nvSpPr>
        <p:spPr>
          <a:xfrm>
            <a:off x="16035120" y="4872960"/>
            <a:ext cx="4895640" cy="989280"/>
          </a:xfrm>
          <a:prstGeom prst="rect">
            <a:avLst/>
          </a:prstGeom>
          <a:noFill/>
          <a:ln w="0">
            <a:noFill/>
          </a:ln>
        </p:spPr>
        <p:txBody>
          <a:bodyPr lIns="63360" rIns="63360" tIns="63360" bIns="63360" anchor="ctr">
            <a:noAutofit/>
          </a:bodyPr>
          <a:p>
            <a:pPr indent="0" algn="ctr" defTabSz="303876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pt-PT" sz="2800" spc="-1" strike="noStrike">
                <a:solidFill>
                  <a:schemeClr val="accent5">
                    <a:lumMod val="50000"/>
                  </a:schemeClr>
                </a:solidFill>
                <a:latin typeface="Calibri"/>
              </a:rPr>
              <a:t>discussão/apresentação de conclusões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7"/>
          <p:cNvSpPr>
            <a:spLocks noGrp="1"/>
          </p:cNvSpPr>
          <p:nvPr>
            <p:ph/>
          </p:nvPr>
        </p:nvSpPr>
        <p:spPr>
          <a:xfrm>
            <a:off x="16044480" y="5785200"/>
            <a:ext cx="4895640" cy="634680"/>
          </a:xfrm>
          <a:prstGeom prst="rect">
            <a:avLst/>
          </a:prstGeom>
          <a:noFill/>
          <a:ln w="0">
            <a:noFill/>
          </a:ln>
        </p:spPr>
        <p:txBody>
          <a:bodyPr lIns="158400" rIns="158400" tIns="158400" bIns="15840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5">
                  <a:lumMod val="50000"/>
                </a:schemeClr>
              </a:solidFill>
              <a:latin typeface="Times New Roman"/>
            </a:endParaRPr>
          </a:p>
        </p:txBody>
      </p:sp>
      <p:sp>
        <p:nvSpPr>
          <p:cNvPr id="73" name="PlaceHolder 8"/>
          <p:cNvSpPr>
            <a:spLocks noGrp="1"/>
          </p:cNvSpPr>
          <p:nvPr>
            <p:ph/>
          </p:nvPr>
        </p:nvSpPr>
        <p:spPr>
          <a:xfrm>
            <a:off x="2890080" y="3554280"/>
            <a:ext cx="15607800" cy="768960"/>
          </a:xfrm>
          <a:prstGeom prst="rect">
            <a:avLst/>
          </a:prstGeom>
          <a:noFill/>
          <a:ln w="0">
            <a:noFill/>
          </a:ln>
        </p:spPr>
        <p:txBody>
          <a:bodyPr lIns="54720" rIns="54720" tIns="27360" bIns="2736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4300" spc="-1" strike="noStrike">
              <a:solidFill>
                <a:schemeClr val="accent5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74" name="PlaceHolder 9"/>
          <p:cNvSpPr>
            <a:spLocks noGrp="1"/>
          </p:cNvSpPr>
          <p:nvPr>
            <p:ph/>
          </p:nvPr>
        </p:nvSpPr>
        <p:spPr>
          <a:xfrm>
            <a:off x="2890080" y="2235600"/>
            <a:ext cx="15607800" cy="1318320"/>
          </a:xfrm>
          <a:prstGeom prst="rect">
            <a:avLst/>
          </a:prstGeom>
          <a:noFill/>
          <a:ln w="0">
            <a:noFill/>
          </a:ln>
        </p:spPr>
        <p:txBody>
          <a:bodyPr lIns="54720" rIns="54720" tIns="27360" bIns="2736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6400" spc="-1" strike="noStrike">
              <a:solidFill>
                <a:schemeClr val="accent5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75" name="PlaceHolder 10"/>
          <p:cNvSpPr>
            <a:spLocks noGrp="1"/>
          </p:cNvSpPr>
          <p:nvPr>
            <p:ph/>
          </p:nvPr>
        </p:nvSpPr>
        <p:spPr>
          <a:xfrm>
            <a:off x="2890080" y="548640"/>
            <a:ext cx="15607800" cy="1686600"/>
          </a:xfrm>
          <a:prstGeom prst="rect">
            <a:avLst/>
          </a:prstGeom>
          <a:noFill/>
          <a:ln w="0">
            <a:noFill/>
          </a:ln>
        </p:spPr>
        <p:txBody>
          <a:bodyPr lIns="54720" rIns="54720" tIns="27360" bIns="27360" anchor="t">
            <a:normAutofit/>
          </a:bodyPr>
          <a:p>
            <a:pPr indent="0">
              <a:spcBef>
                <a:spcPts val="1417"/>
              </a:spcBef>
              <a:buNone/>
            </a:pPr>
            <a:endParaRPr b="1" lang="en-US" sz="9900" spc="-1" strike="noStrike">
              <a:solidFill>
                <a:schemeClr val="accent1"/>
              </a:solidFill>
              <a:latin typeface="Calibri"/>
            </a:endParaRPr>
          </a:p>
        </p:txBody>
      </p:sp>
      <p:sp>
        <p:nvSpPr>
          <p:cNvPr id="76" name="PlaceHolder 11"/>
          <p:cNvSpPr>
            <a:spLocks noGrp="1"/>
          </p:cNvSpPr>
          <p:nvPr>
            <p:ph/>
          </p:nvPr>
        </p:nvSpPr>
        <p:spPr>
          <a:xfrm>
            <a:off x="449640" y="4830480"/>
            <a:ext cx="4896360" cy="989280"/>
          </a:xfrm>
          <a:prstGeom prst="rect">
            <a:avLst/>
          </a:prstGeom>
          <a:noFill/>
          <a:ln w="0">
            <a:noFill/>
          </a:ln>
        </p:spPr>
        <p:txBody>
          <a:bodyPr lIns="63360" rIns="63360" tIns="63360" bIns="63360" anchor="ctr">
            <a:noAutofit/>
          </a:bodyPr>
          <a:p>
            <a:pPr indent="0" algn="ctr" defTabSz="303876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pt-PT" sz="2800" spc="-1" strike="noStrike">
                <a:solidFill>
                  <a:schemeClr val="accent5">
                    <a:lumMod val="50000"/>
                  </a:schemeClr>
                </a:solidFill>
                <a:latin typeface="Calibri"/>
              </a:rPr>
              <a:t>enquadramento e objetivos do projeto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osterPresentations.com-100CMx140CM">
  <a:themeElements>
    <a:clrScheme name="Custom 1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830656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lassic - Wide Center">
  <a:themeElements>
    <a:clrScheme name="Custom 1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830656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PosterPresentations.com-100CMx140CM</Template>
  <TotalTime>361</TotalTime>
  <Application>LibreOffice/24.2.7.2$Linux_X86_64 LibreOffice_project/420$Build-2</Application>
  <AppVersion>15.0000</AppVersion>
  <Words>35</Words>
  <Paragraphs>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2012-02-10T00:21:22Z</dcterms:created>
  <dc:creator>Luisa Jorge</dc:creator>
  <dc:description/>
  <dc:language>pt-PT</dc:language>
  <cp:lastModifiedBy/>
  <dcterms:modified xsi:type="dcterms:W3CDTF">2025-01-14T16:34:38Z</dcterms:modified>
  <cp:revision>11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Custom</vt:lpwstr>
  </property>
  <property fmtid="{D5CDD505-2E9C-101B-9397-08002B2CF9AE}" pid="4" name="Slides">
    <vt:i4>2</vt:i4>
  </property>
</Properties>
</file>